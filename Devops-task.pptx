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86C32C-428F-435A-8334-9C3E88361835}">
  <a:tblStyle styleId="{4586C32C-428F-435A-8334-9C3E883618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c50d6c8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c50d6c8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c50d6c8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c50d6c8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c50d6c8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c50d6c8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2c50d6c8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2c50d6c8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c50d6c8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c50d6c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c50d6c8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c50d6c8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2c50d6c8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2c50d6c8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DevOps Intern Practical Task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и процесс реализации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себе и мотивация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я хочу стать DevOps-инженером?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🎯 Интересы: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Автоматизация рутинных процессов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Построение надежной и масштабируемой инфраструктуры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Непрерывное обучение и решение сложных задач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💡 Что привлекает в DevOps: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Мост между разработкой и эксплуатацией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Возможность видеть полный цикл доставки продукта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Культура постоянного улучшения (Kaizen)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🚀 Цель: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Стать специалистом, который делает развертывание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приложений быстрым, безопасным и надежным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нужно было сделать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0" y="12195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32326"/>
                </a:solidFill>
                <a:tableStyleId>{4586C32C-428F-435A-8334-9C3E88361835}</a:tableStyleId>
              </a:tblPr>
              <a:tblGrid>
                <a:gridCol w="2695575"/>
                <a:gridCol w="3752850"/>
                <a:gridCol w="2695575"/>
              </a:tblGrid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№</a:t>
                      </a:r>
                      <a:endParaRPr b="1"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Задача</a:t>
                      </a:r>
                      <a:endParaRPr b="1"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Статус</a:t>
                      </a:r>
                      <a:endParaRPr b="1"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1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Установка Nginx 1.29.6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 Выполнено (1.24.0)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2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Статическая страница на порту 80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3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Firewall (порты 22, 80, 443)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4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Время на странице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 (JavaScript)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5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HTTPS с SSL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 (самоподписанный)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6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Бекап конфигов по расписанию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 (cron)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7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Запуск от пользователя nginx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8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SSH ключи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9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Dockerfile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7F8FC"/>
                          </a:solidFill>
                          <a:highlight>
                            <a:srgbClr val="232326"/>
                          </a:highlight>
                        </a:rPr>
                        <a:t>✅</a:t>
                      </a:r>
                      <a:endParaRPr sz="1200">
                        <a:solidFill>
                          <a:srgbClr val="F7F8FC"/>
                        </a:solidFill>
                        <a:highlight>
                          <a:srgbClr val="23232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2E2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решения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875" y="1017725"/>
            <a:ext cx="335626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достижения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🔐 Безопасность: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Веб-сервер запущен от непривилегированного пользователя nginx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Firewall блокирует все порты кроме необходимых (22, 80, 443)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SSH доступ по ключам Ed25519 (не пароль!)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SSL/TLS шифрование трафика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⚙️ Автоматизация: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Бекап конфигурации Nginx каждую неделю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Имя архива содержит точную дату и время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Автоматическая очистка старых бекапов (&gt;30 дней)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🐳 Контейнеризация: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Рабочий Dockerfile с кастомной конфигурацией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Образ готов к использованию в CI/CD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Демонстрация работы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68539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339" y="1170125"/>
            <a:ext cx="42195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3349" y="2513150"/>
            <a:ext cx="4219575" cy="1582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 и nginx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051675"/>
            <a:ext cx="320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dockerfile</a:t>
            </a:r>
            <a:br>
              <a:rPr lang="ru"/>
            </a:br>
            <a:br>
              <a:rPr lang="ru"/>
            </a:br>
            <a:r>
              <a:rPr lang="ru"/>
              <a:t>FROM nginx:latest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COPY nginx/default.conf /etc/nginx/conf.d/default.conf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COPY nginx/index.html /usr/share/nginx/html/index.html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EXPOSE 80 443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CMD ["nginx", "-g", "daemon off;"]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513600" y="1017725"/>
            <a:ext cx="320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backup_nginx.sh</a:t>
            </a:r>
            <a:br>
              <a:rPr lang="ru"/>
            </a:br>
            <a:br>
              <a:rPr lang="ru"/>
            </a:br>
            <a:r>
              <a:rPr lang="ru"/>
              <a:t>#!/bin/bash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DATE=$(date +"%Y-%m-%d_%H-%M-%S")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tar -czf /var/backups/nginx/nginx_config_${DATE}.tar.gz /etc/nginx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find /var/backups/nginx -mtime +30 -delete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500" y="1429063"/>
            <a:ext cx="2327700" cy="22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я изучил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838350" y="1017725"/>
            <a:ext cx="248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Linux System Administration: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Управление пользователями и правами (chmod, chown)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Работа с systemd (start, stop, enable, status)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Настройка SSH и ключей доступа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Анализ логов (/var/log/nginx/, journalctl)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327450" y="1017725"/>
            <a:ext cx="248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 Servers: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Структура конфигурации Nginx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SSL/TLS сертификаты (самоподписанные)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Виртуальные хосты (server blocks)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Reverse proxy основы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5816550" y="1017725"/>
            <a:ext cx="248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Security: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Firewall (UFW)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Принцип наименьших привилегий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SSH key authentication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SSL/TLS шифрование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